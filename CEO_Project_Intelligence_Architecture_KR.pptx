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cee8ce5514bc9" /><Relationship Type="http://schemas.openxmlformats.org/officeDocument/2006/relationships/extended-properties" Target="/docProps/app.xml" Id="R171e9555db3f4f63" /><Relationship Type="http://schemas.openxmlformats.org/officeDocument/2006/relationships/officeDocument" Target="/ppt/presentation.xml" Id="R1b380df696fa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88323ebea4789"/>
  </p:sldMasterIdLst>
  <p:notesMasterIdLst>
    <p:notesMasterId xmlns:r="http://schemas.openxmlformats.org/officeDocument/2006/relationships" r:id="R7e95913fa9584f33"/>
  </p:notesMasterIdLst>
  <p:sldIdLst>
    <p:sldId xmlns:r="http://schemas.openxmlformats.org/officeDocument/2006/relationships" id="256" r:id="Ree28945116a246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17197ea5a14ccd" /><Relationship Type="http://schemas.openxmlformats.org/officeDocument/2006/relationships/slideMaster" Target="/ppt/slideMasters/slideMaster1.xml" Id="Rd6b88323ebea4789" /><Relationship Type="http://schemas.openxmlformats.org/officeDocument/2006/relationships/notesMaster" Target="/ppt/notesMasters/notesMaster1.xml" Id="R7e95913fa9584f33" /><Relationship Type="http://schemas.openxmlformats.org/officeDocument/2006/relationships/presProps" Target="/ppt/presProps.xml" Id="R9a34ca0b25264d29" /><Relationship Type="http://schemas.openxmlformats.org/officeDocument/2006/relationships/tableStyles" Target="/ppt/tableStyles.xml" Id="R26d2f4c290cc4d07" /><Relationship Type="http://schemas.openxmlformats.org/officeDocument/2006/relationships/slide" Target="/ppt/slides/slide1.xml" Id="Ree28945116a2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1ae293f728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d6e1433884c8e" /><Relationship Type="http://schemas.openxmlformats.org/officeDocument/2006/relationships/notesMaster" Target="/ppt/notesMasters/notesMaster1.xml" Id="R6a8884aa0c79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제안 아키텍처. OpenAI Responses API는 텍스트 또는 JSON 출력을 생성하고 web_search 도구를 사용할 수 있다. 출처: https://developers.openai.com/api/docs/quickstart?site_locale=en</a:t>
            </a:r>
          </a:p>
          <a:p xmlns:a="http://schemas.openxmlformats.org/drawingml/2006/main">
            <a:r>
              <a:t>Streamlit은 검토 대안이며, 기존 배포·인증·D1 워크플로를 유지하기 위해 이번 구현에서는 채택하지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dd4c2eba8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8f45f9987d4184" /><Relationship Type="http://schemas.openxmlformats.org/officeDocument/2006/relationships/slideLayout" Target="/ppt/slideLayouts/slideLayout1.xml" Id="R4b14439ba777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4439ba777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019903be44512" /><Relationship Type="http://schemas.openxmlformats.org/officeDocument/2006/relationships/notesSlide" Target="/ppt/notesSlides/notesSlide1.xml" Id="R31535c1d40e9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ACC2C1-10B9-43FE-9BBA-6322BDEE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D3C"/>
                </a:solidFill>
                <a:latin typeface="Malgun Gothic"/>
                <a:ea typeface="Malgun Gothic"/>
                <a:cs typeface="Malgun Gothic"/>
              </a:rPr>
              <a:t>CEO Project Intelligence 아키텍처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B2D72-D978-4058-A07C-F609D27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780"/>
                </a:solidFill>
                <a:latin typeface="Malgun Gothic"/>
                <a:ea typeface="Malgun Gothic"/>
                <a:cs typeface="Malgun Gothic"/>
              </a:rPr>
              <a:t>출처의 품질을 보존하면서 AI가 후보를 만들고, 사람이 CEO 보고 반영을 승인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CFD3-37E8-4CD7-AB47-F44AFB21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705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9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채택안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Sites / Vinext + Cloudflare D1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27F4E-FC86-429F-A9AF-0C8D9CA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18669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8ABC6-B8A0-4CAA-BBB3-77A8FE62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A93A5-DA0F-494D-B28A-05A41D5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4C99-A003-4476-B6A6-5BDCB73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56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rPr>
              <a:t>정부 원문과 2026년 9월 기사만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F55B3-C49A-4399-B1C0-986E7D65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18669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106A0-E068-4808-BC03-E7CF42A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A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FBE23-1482-48C2-BCF7-3C38820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03758-C92E-4DA4-8DE3-81F2151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56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rPr>
              <a:t>날짜 필터, 중복 제거, 프로젝트명 매칭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4389D-537A-4AB0-BFB7-8C5F49D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62150"/>
            <a:ext cx="18669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F352C-1333-4152-BC61-8834A470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1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B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3DA66-9067-4C74-B1CA-792EE549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rPr>
              <a:t>AI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EA085-85BF-44E8-80BB-3C79B6AA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56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rPr>
              <a:t>Responses API가 중요도·영향·출처 신뢰도를 구조화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3ECA4-217E-4B39-A1E2-6D6D7A4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18669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33293-3B3E-47C3-B160-F631063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B6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62E61-7919-466D-8D2E-A775853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3A0FE-0786-4E16-9046-F7F5FB3D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156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rPr>
              <a:t>담당자가 근거 링크를 열고 수정 또는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B6E09-6821-4E0B-946B-52D5210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18669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0ED3C-F3BA-4C9D-A4E1-FA11E21B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8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750E6-E7E7-41EA-B440-B52F6765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D3A"/>
                </a:solidFill>
                <a:latin typeface="Malgun Gothic"/>
                <a:ea typeface="Malgun Gothic"/>
                <a:cs typeface="Malgun Gothic"/>
              </a:rPr>
              <a:t>CEO 출력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2072C-0201-4B51-B664-F1F28EBA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156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17A"/>
                </a:solidFill>
                <a:latin typeface="Malgun Gothic"/>
                <a:ea typeface="Malgun Gothic"/>
                <a:cs typeface="Malgun Gothic"/>
              </a:rPr>
              <a:t>웹 대시보드, CSV, 고정 형식 슬라이드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57450" y="2695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A4A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43450" y="2695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A4AF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29450" y="2695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A4AF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15450" y="2695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A4AF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28BBB-2EAE-4241-AAA7-CABD720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95700"/>
            <a:ext cx="6438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B8D7DE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53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C5364"/>
                </a:solidFill>
                <a:latin typeface="Malgun Gothic"/>
                <a:ea typeface="Malgun Gothic"/>
                <a:cs typeface="Malgun Gothic"/>
              </a:rPr>
              <a:t>Cloudflare D1 저장소    프로젝트 목록 · 허용 출처 · 업데이트 · 승인 이력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6343F-6046-417A-9BEC-CD71F72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72000"/>
            <a:ext cx="41529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E6C981"/>
            </a:solidFill>
            <a:prstDash val="solid"/>
          </a:ln>
        </p:spPr>
        <p:txBody>
          <a:bodyPr xmlns:a="http://schemas.openxmlformats.org/drawingml/2006/main" lIns="133350" tIns="57150" rIns="1333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A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B5A16"/>
                </a:solidFill>
                <a:latin typeface="Malgun Gothic"/>
                <a:ea typeface="Malgun Gothic"/>
                <a:cs typeface="Malgun Gothic"/>
              </a:rPr>
              <a:t>보안 원칙  API 키는 브라우저가 아닌 서버 비밀값으로만 보관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708BA-7618-4DB5-890E-BF86A76E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D3C"/>
                </a:solidFill>
                <a:latin typeface="Malgun Gothic"/>
                <a:ea typeface="Malgun Gothic"/>
                <a:cs typeface="Malgun Gothic"/>
              </a:rPr>
              <a:t>Streamlit 검토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14F4A0-24AF-4BE4-B227-32460DE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448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6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66F"/>
                </a:solidFill>
                <a:latin typeface="Malgun Gothic"/>
                <a:ea typeface="Malgun Gothic"/>
                <a:cs typeface="Malgun Gothic"/>
              </a:rPr>
              <a:t>빠른 분석 데모에는 적합하지만, 이번 서비스는 이메일 접근제어·D1 영속 저장·세밀한 CEO 화면·승인 감사이력을 이미 갖춘 웹 구조가 더 적합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0284C-EBA7-4FED-8696-A8106133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149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D6C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D6C7E"/>
                </a:solidFill>
                <a:latin typeface="Malgun Gothic"/>
                <a:ea typeface="Malgun Gothic"/>
                <a:cs typeface="Malgun Gothic"/>
              </a:rPr>
              <a:t>결론  기존 웹 구조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3D4DB-B2AE-4651-B823-395DA79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9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8991"/>
                </a:solidFill>
                <a:latin typeface="Malgun Gothic"/>
                <a:ea typeface="Malgun Gothic"/>
                <a:cs typeface="Malgun Gothic"/>
              </a:rPr>
              <a:t>INDICATIVE · API 연결 전에는 AI 판단 결과를 시연용으로 명시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EE070-0921-4D6B-912A-63E3506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865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9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8991"/>
                </a:solidFill>
                <a:latin typeface="Malgun Gothic"/>
                <a:ea typeface="Malgun Gothic"/>
                <a:cs typeface="Malgun Gothi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2494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2026-09-21T22:22:53.3530000Z</dcterms:created>
  <dcterms:modified xsi:type="dcterms:W3CDTF">2026-09-21T22:22:53.3530000Z</dcterms:modified>
</coreProperties>
</file>